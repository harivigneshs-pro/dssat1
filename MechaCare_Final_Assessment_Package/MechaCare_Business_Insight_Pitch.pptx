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Machine Maintenance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MechaCare Industrial Systems | DS Sprint — Use Case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Business question: What operating patterns indicate machines that require maintenance attention?</a:t>
            </a:r>
          </a:p>
          <a:p>
            <a:pPr>
              <a:spcAft>
                <a:spcPts val="1400"/>
              </a:spcAft>
              <a:defRPr sz="2100"/>
            </a:pPr>
            <a:r>
              <a:t>Objective: move from reactive repair to evidence-led inspection priorities.</a:t>
            </a:r>
          </a:p>
          <a:p>
            <a:pPr>
              <a:spcAft>
                <a:spcPts val="1400"/>
              </a:spcAft>
              <a:defRPr sz="2100"/>
            </a:pPr>
            <a:r>
              <a:t>Data status: synthetic demonstration dataset; replace with official records before claiming company findings.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1. Data preparation and analysis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Inspected missing values, duplicate machine–timestamp keys, inconsistent alarm labels and extreme sensor values.</a:t>
            </a:r>
          </a:p>
          <a:p>
            <a:pPr>
              <a:spcAft>
                <a:spcPts val="1400"/>
              </a:spcAft>
              <a:defRPr sz="2100"/>
            </a:pPr>
            <a:r>
              <a:t>Standardized alarm categories and preserved outlier flags; analysis copies are clipped only for robust summaries.</a:t>
            </a:r>
          </a:p>
          <a:p>
            <a:pPr>
              <a:spcAft>
                <a:spcPts val="1400"/>
              </a:spcAft>
              <a:defRPr sz="2100"/>
            </a:pPr>
            <a:r>
              <a:t>Joined sensor readings to machine metadata; aggregated sensor and alarm data to machine-week before merging with usage.</a:t>
            </a:r>
          </a:p>
          <a:p>
            <a:pPr>
              <a:spcAft>
                <a:spcPts val="1400"/>
              </a:spcAft>
              <a:defRPr sz="2100"/>
            </a:pPr>
            <a:r>
              <a:t>Kept maintenance analysis at machine/service-event level to avoid row multiplication and false correlations.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2. What the data suggests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Illustrative findings from synthetic data — recalculate if official files are provided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Highest heuristic-priority machine in this generated dataset: M053 (CNC); score 127.5.</a:t>
            </a:r>
          </a:p>
          <a:p>
            <a:pPr>
              <a:spcAft>
                <a:spcPts val="1400"/>
              </a:spcAft>
              <a:defRPr sz="2100"/>
            </a:pPr>
            <a:r>
              <a:t>Machines with 2+ service events: 32 of 60.</a:t>
            </a:r>
          </a:p>
          <a:p>
            <a:pPr>
              <a:spcAft>
                <a:spcPts val="1400"/>
              </a:spcAft>
              <a:defRPr sz="2100"/>
            </a:pPr>
            <a:r>
              <a:t>Most frequent standardized alarm category: general_warning (636 events).</a:t>
            </a:r>
          </a:p>
          <a:p>
            <a:pPr>
              <a:spcAft>
                <a:spcPts val="1400"/>
              </a:spcAft>
              <a:defRPr sz="2100"/>
            </a:pPr>
            <a:r>
              <a:t>Machine type with highest mean service events per machine: Compressor.</a:t>
            </a:r>
          </a:p>
          <a:p>
            <a:pPr>
              <a:spcAft>
                <a:spcPts val="1400"/>
              </a:spcAft>
              <a:defRPr sz="2100"/>
            </a:pPr>
            <a:r>
              <a:t>These are generated-data results, not verified operational facts about MechaCare.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3. Visual evidence</a:t>
            </a:r>
          </a:p>
        </p:txBody>
      </p:sp>
      <p:pic>
        <p:nvPicPr>
          <p:cNvPr id="3" name="Picture 2" descr="alarm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86400" cy="3048000"/>
          </a:xfrm>
          <a:prstGeom prst="rect">
            <a:avLst/>
          </a:prstGeom>
        </p:spPr>
      </p:pic>
      <p:pic>
        <p:nvPicPr>
          <p:cNvPr id="4" name="Picture 3" descr="machine_type_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486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4. Recommended management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Prioritize inspection when multiple independent signals persist: repeated alarms, abnormal sensor ranges, repeat service and high known downtime.</a:t>
            </a:r>
          </a:p>
          <a:p>
            <a:pPr>
              <a:spcAft>
                <a:spcPts val="1400"/>
              </a:spcAft>
              <a:defRPr sz="2100"/>
            </a:pPr>
            <a:r>
              <a:t>Review high-priority machines weekly; inspect sensor calibration, lubrication, bearings, motor current and cooling where relevant.</a:t>
            </a:r>
          </a:p>
          <a:p>
            <a:pPr>
              <a:spcAft>
                <a:spcPts val="1400"/>
              </a:spcAft>
              <a:defRPr sz="2100"/>
            </a:pPr>
            <a:r>
              <a:t>Use a consistent alarm taxonomy and record service action, downtime, parts replaced and failure cause for every intervention.</a:t>
            </a:r>
          </a:p>
          <a:p>
            <a:pPr>
              <a:spcAft>
                <a:spcPts val="1400"/>
              </a:spcAft>
              <a:defRPr sz="2100"/>
            </a:pPr>
            <a:r>
              <a:t>Track leading indicators: warning weeks, alarm rate per runtime hour, repeat service within 30/60/90 days, and downtime per operating hour.</a:t>
            </a:r>
          </a:p>
          <a:p>
            <a:pPr>
              <a:spcAft>
                <a:spcPts val="1400"/>
              </a:spcAft>
              <a:defRPr sz="2100"/>
            </a:pPr>
            <a:r>
              <a:t>Validate thresholds with maintenance engineers before automating alerts; avoid treating correlation as causation.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5. 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This package contains synthetic records; real conclusions require the official assessment dataset.</a:t>
            </a:r>
          </a:p>
          <a:p>
            <a:pPr>
              <a:spcAft>
                <a:spcPts val="1400"/>
              </a:spcAft>
              <a:defRPr sz="2100"/>
            </a:pPr>
            <a:r>
              <a:t>Missing downtime is unknown, not zero; missing alarm matches are not automatically interpreted as no alarms.</a:t>
            </a:r>
          </a:p>
          <a:p>
            <a:pPr>
              <a:spcAft>
                <a:spcPts val="1400"/>
              </a:spcAft>
              <a:defRPr sz="2100"/>
            </a:pPr>
            <a:r>
              <a:t>The priority score is a transparent heuristic, not a trained or validated failure prediction model.</a:t>
            </a:r>
          </a:p>
          <a:p>
            <a:pPr>
              <a:spcAft>
                <a:spcPts val="1400"/>
              </a:spcAft>
              <a:defRPr sz="2100"/>
            </a:pPr>
            <a:r>
              <a:t>Next: replace raw files, rerun notebook, refresh Excel pivots/charts, and update every numeric claim in the pitch.</a:t>
            </a:r>
          </a:p>
          <a:p>
            <a:pPr>
              <a:spcAft>
                <a:spcPts val="1400"/>
              </a:spcAft>
              <a:defRPr sz="2100"/>
            </a:pPr>
            <a:r>
              <a:t>Decision requested: approve a targeted inspection of the top-ranked machines and improve maintenance data capture.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